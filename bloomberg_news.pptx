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8A1E"/>
                </a:solidFill>
              </a:defRPr>
            </a:pPr>
            <a:r>
              <a:t>BLOOMBERG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Top News Headlines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BBBCC"/>
                </a:solidFill>
              </a:defRPr>
            </a:pPr>
            <a:r>
              <a:t>Updated: 2026-05-17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8A1E"/>
                </a:solidFill>
              </a:defRPr>
            </a:pPr>
            <a:r>
              <a:t>Bloomberg Top News  —  2026-05-17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The AI Stock Boom Is Starting to Feel Nostalgic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TYO:7974, LON:ULVR, NYSE:CAT, NYSE:F, 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1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27631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This ‘Backtalker’ Has Something America Needs to Hear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Redistricting Is Making a Mockery of American Democracy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5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88335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Inside the Utopian Geometry of Barcelona’s Boldest Housing 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688335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NYSE:NYT, EPA:MC, NYSE:JPM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7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1868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Swiss Lawmaker Pitches EU Immigration Tax in Overcrowding Debate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Reeves Set to Abandon Planned Rise in Fuel Tax, The Sun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7939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793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Malaysia’s Coalition Tensions Deepen as Anwar Floats Snap Poll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974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0974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HORMUZ TRACKER: Gridlock Persists While Blocked Tanker Sails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400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400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Israel’s Economy Slumps More Than Expected in the First Quarter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7044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704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Trump Gets Revenge Against Republican Who Voted to Convict Him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8A1E"/>
                </a:solidFill>
              </a:defRPr>
            </a:pPr>
            <a:r>
              <a:t>Bloomberg Top News  —  2026-05-17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Vietnam-Bound Supertanker Halted by US Navy Resumes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1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27631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The Best Movies, TV, Books, Art and Theater Arriving in June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276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NASDAQ:WMT, NASDAQ:AAPL, NASDAQ:GOOGL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Vietnam’s Largest Refinery Sees ‘Stable’ Operations Through June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1579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TYO:4183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5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88335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Streeting’s Rejoin-EU Push Risks Dividing Weakened Labour Party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7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1868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Chelsea Appoints Former Real Madrid Head Coach Alonso as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Record Drone Attack on Moscow Kills Three, Targets Refinery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7490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MCX:GAZP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7939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793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Global Inventory Race Intensifies in Shadow of the Iran War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2793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TYO:8301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974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974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World Imbalances Trouble G-7 in Wake of Trump’s China Encounter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400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00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Russia Eases Path to Citizenship for Moldova’s Transnistria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7044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704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Samsung, Labor Union to Meet in ‘Last Chance’ to Avert Strike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5870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KRX:005930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8A1E"/>
                </a:solidFill>
              </a:defRPr>
            </a:pPr>
            <a:r>
              <a:t>Bloomberg Top News  —  2026-05-17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Taxes and Trump Have Stymied Starmer’s Growth Revival Pledge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NYSE:GS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1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27631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Spain’s Most Populous Region Votes, Right Leads: What to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Australia Says Tax Changes Aim to Fix Broken Housing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5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88335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China Market Watchdog Sets Priorities to Support Private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688335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HKG:3690, NYSE:BABA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7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1868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Malaysia, Norway Tensions Deepen Over Scrapped Missile Deal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Philippines Asks Court to Deny Petition of Senator Sought by ICC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7939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793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Malaysia Unveils Measures to Help Airlines Hit by Iran War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2793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KLS:AAX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974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974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Xi, Putin Hail Opening of China-Russia Expo, Stress Cooperation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400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Trump’s Ballroom Funding Hits Procedural Snag in US Senate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7044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08A1E"/>
                </a:solidFill>
              </a:defRPr>
            </a:pPr>
            <a: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704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WHO Declares Congo Ebola Outbreak Global Health Emergency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870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BBBBCC"/>
                </a:solidFill>
              </a:defRPr>
            </a:pPr>
            <a:r>
              <a:t>NASDAQ:MRNA, NASDAQ:GILD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