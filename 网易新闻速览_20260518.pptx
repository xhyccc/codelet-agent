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网易新闻速览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DD"/>
                </a:solidFill>
              </a:defRPr>
            </a:pPr>
            <a:r>
              <a:t>Latest Headlines from 163.com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</a:defRPr>
            </a:pPr>
            <a:r>
              <a:t>2026年5月18日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📰 今日要闻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中美元首北京会晤丨历史性的一页，要用历史的长镜头去端详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特朗普回国已三天 “不可思议的中国”依然刷屏海外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特朗普严厉警告“台独”后 赖清德首度发声被指态度强硬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媒体：刚结束访华 特朗普打破惯例提“四不”示警“台独”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</a:defRPr>
            </a:pPr>
            <a:r>
              <a:t>在轨近200天 神二十一乘组“太空出差”Vlog上新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🇨🇳 国内新闻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南水北调已累计向北方调水880亿立方米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开局之年看中国丨向海而兴，向绿而行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湖南：深化人工智能产业赋能和场景应用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29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让收藏在博物馆里的文物活起来 中俄多彩主题年，拉紧人文交流纽带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14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老太参团旅游拿出100万投资 子女报警后她又投了100万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800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博主举报多名高校教授：他们求我别曝光 我说没办法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幼童进手术室9小时死亡 法医刘良时隔20年再拿解剖刀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🌍 国际 &amp; 财经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69年来首次亏损4000亿日元，本田电动化猛踩刹车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英媒：中国两轮车企借绿色浪潮驶入欧洲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日本零食包装也变黑白色 高市早苗还在强行“挽尊”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国产跑鞋里的“中国服务”硬实力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狄莺儿子被捕:母子同床15年 儿子有生理反应才分床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</a:defRPr>
            </a:pPr>
            <a:r>
              <a:t>🔬 科技 &amp; 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国产大模型集体更新后能力有多强？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湖南：深化人工智能产业赋能和场景应用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我们为什么需要博物馆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03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【光明论坛】在“赶大集”中触摸乡村消费脉搏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48055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5招纠正你的错误体态，低头族提升气质必备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</a:defRPr>
            </a:pPr>
            <a:r>
              <a:t>数据来源：网易新闻 news.163.com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