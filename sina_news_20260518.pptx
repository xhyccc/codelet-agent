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94560"/>
                </a:solidFill>
              </a:defRPr>
            </a:pPr>
            <a:r>
              <a:t>新浪新闻速览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</a:defRPr>
            </a:pPr>
            <a:r>
              <a:t>Sina News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2026年5月18日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📰 要闻 Top Headlines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FFFFFF"/>
                </a:solidFill>
              </a:defRPr>
            </a:pPr>
            <a:r>
              <a:t>1. 历史性的一页，要用历史的长镜头去端详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2. 让收藏在博物馆里的文物活起来 心相近 文脉华章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3. 普京来华，看点不少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4. 中东又开始新一轮倒计时了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5. 美总统涉台“四不”示警“台独”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6. 高市早苗的战略焦虑 被一通电话彻底暴露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7. 欧盟“抄家式”调查中企 中国政府下场了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8. 柳州地震最后1名被困人员获救：系91岁老人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📰 要闻 Top Headlines (续)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FFFFFF"/>
                </a:solidFill>
              </a:defRPr>
            </a:pPr>
            <a:r>
              <a:t>9. 特朗普警告伊朗迅速行动否则一无所有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10. 武汉紧急通知：全市中小学、幼儿园暂停户外教学活动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11. 广西环江过桥车辆坠河事件已致2人死亡 仍有8人失联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12. 国家统计局：1-4月全国城镇调查失业率平均值为5.3%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13. 俄副外长：将继续支持古巴应对美制裁压力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14. A股又迎新股王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15. “病了”的长江，现在变样了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🔥 热榜 Trending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FFFFFF"/>
                </a:solidFill>
              </a:defRPr>
            </a:pPr>
            <a:r>
              <a:t>🔥 樊振东回应获欧冠冠军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🌧️ 本轮大范围降雨到哪了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✈️ 美国2战机飞行表演时撞毁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🎤 网传歌手袭榜改成大魔王了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🚗 小米YU7GT发布会定档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🏀 骑士vs活塞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🌍 马克龙非洲行翻车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⚠️ 襄阳特大暴雨致道路及车辆被淹？网警辟谣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💰 他应聘被嘲笑如今年赚千万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🤿 马尔代夫发生史上最严重单次潜水事故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🌍 国际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0">
                <a:solidFill>
                  <a:srgbClr val="FFFFFF"/>
                </a:solidFill>
              </a:defRPr>
            </a:pPr>
            <a:r>
              <a:t>🇸🇪 瑞典：印度总理莫迪访问瑞典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🇵🇸 加沙地带：以色列空袭造成人员死亡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🇺🇦 俄乌冲突：前线局势持续紧张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🇺🇸 美国国内政治动态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🇪🇺 欧盟对华政策调整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94560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数据来源：新浪新闻 sina.com.cn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